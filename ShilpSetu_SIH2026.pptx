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Say the name, then immediately explain what it means — the meaning of the name IS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pain points. Don't read them out — pick the middleman one and the photo one, they land hardest.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proves we read the problem statement properly instead of building a generic e-commerce app. The right column is the important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 that matters: we are not a marketplace, we are the readiness layer. Say it exactly like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steps left to right with your hand. This is the slide the judges will remember the shape 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honesty point is our strongest differentiator. Most hackathon demos fake the AI. We refuse to, and we say so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judge asks 'who did what', this is the frontend answer. Mention that the hardest part was designing for someone who has never used an app like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the slide that separates us from a prototype. Say clearly: even we, looking straight at the database, cannot read anyone's password.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this until it does not sound rehearsed. The first fifteen seconds decide whether they listen to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Memorise the closing line word for word. Stop talking after 'thank you' — do not trail off into extra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2F6349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291840" cy="3291840"/>
          </a:xfrm>
          <a:prstGeom prst="ellipse">
            <a:avLst/>
          </a:prstGeom>
          <a:solidFill>
            <a:srgbClr val="2F634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PS26090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2880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ShilpSetu</a:t>
            </a:r>
            <a:endParaRPr lang="en-US" sz="6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632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शिल्प (craft)  +  सेतु (bridge)  —  the bridge between an artisan's hands and the market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9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virtual business manager that helps marginalized artisans photograph, describe, price, and sell their craft — on a phone, in their own language.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892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Social Justice and Empowerment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E9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Discussion Deck  •  Internal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Skilled hands, no way to reach the market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C96B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50" y="2136770"/>
            <a:ext cx="408188" cy="4081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939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 take the profit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7063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Artisans often receive a small fraction of what the buyer finally pays.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57400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610" y="2136770"/>
            <a:ext cx="408188" cy="4081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0939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that don't sell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77063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beautiful product shot on a cluttered floor with poor light gets ignored online.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38862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160520"/>
            <a:ext cx="566928" cy="566928"/>
          </a:xfrm>
          <a:prstGeom prst="ellipse">
            <a:avLst/>
          </a:prstGeom>
          <a:solidFill>
            <a:srgbClr val="C96B4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50" y="4239890"/>
            <a:ext cx="408188" cy="4081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1970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wall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87375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want English descriptions. Many artisans are more comfortable in Hindi or a regional language.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8862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160520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610" y="4239890"/>
            <a:ext cx="408188" cy="4081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1970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Guesswork pricing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487375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reference data, so work is priced too low and skill goes unpaid.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PS26090 — what we were actually asked to solve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market linkage for marginalized artisans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cataloguing of their products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mobile application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Social Justice and Empowerment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 building for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3434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SC/ST and rural craftspeople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 smartphone, but low digital confidence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more comfortable speaking than typing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737360"/>
            <a:ext cx="5193792" cy="4114800"/>
          </a:xfrm>
          <a:prstGeom prst="roundRect">
            <a:avLst>
              <a:gd name="adj" fmla="val 2667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72084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told us to build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37744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work on a low-end phone, not a laptop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speak the artisan's language, not ours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assume low literacy — voice over typing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work on a weak network connection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cost the artisan nothing to use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never pretend to do something it can't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480560"/>
            <a:ext cx="4023360" cy="4023360"/>
          </a:xfrm>
          <a:prstGeom prst="ellipse">
            <a:avLst/>
          </a:prstGeom>
          <a:solidFill>
            <a:srgbClr val="2F63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9552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virtual business manager in the artisan's pocket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9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ShilpSetu is not another marketplace listing site. It is the layer that gets an artisan ready for any market — better photos, a real product description in their own language, a fair price, a shareable shop, and plain-language business advice.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880360"/>
            <a:ext cx="2468880" cy="2331720"/>
          </a:xfrm>
          <a:prstGeom prst="roundRect">
            <a:avLst>
              <a:gd name="adj" fmla="val 4706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3154680"/>
            <a:ext cx="731520" cy="731520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5453" y="3257093"/>
            <a:ext cx="526694" cy="52669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4041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look good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photo studio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91840" y="2880360"/>
            <a:ext cx="2468880" cy="2331720"/>
          </a:xfrm>
          <a:prstGeom prst="roundRect">
            <a:avLst>
              <a:gd name="adj" fmla="val 4706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0520" y="3154680"/>
            <a:ext cx="731520" cy="731520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2933" y="3257093"/>
            <a:ext cx="526694" cy="52669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29000" y="4041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readable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catalogue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989320" y="2880360"/>
            <a:ext cx="2468880" cy="2331720"/>
          </a:xfrm>
          <a:prstGeom prst="roundRect">
            <a:avLst>
              <a:gd name="adj" fmla="val 4706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0" y="3154680"/>
            <a:ext cx="731520" cy="731520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3" y="3257093"/>
            <a:ext cx="526694" cy="52669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26480" y="4041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fair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6126480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pricing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686800" y="2880360"/>
            <a:ext cx="2468880" cy="2331720"/>
          </a:xfrm>
          <a:prstGeom prst="roundRect">
            <a:avLst>
              <a:gd name="adj" fmla="val 4706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555480" y="3154680"/>
            <a:ext cx="731520" cy="731520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7893" y="3257093"/>
            <a:ext cx="526694" cy="52669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823960" y="4041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reachable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8823960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+ QR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594360" y="5532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on a phone browser — no Play Store download, no app size, no cost.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steps, start to sale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2728" y="2240280"/>
            <a:ext cx="731520" cy="731520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5141" y="2342693"/>
            <a:ext cx="526694" cy="5266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1089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3649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9476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number, craft type,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preferred language.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97480" y="3383280"/>
            <a:ext cx="146304" cy="274320"/>
          </a:xfrm>
          <a:prstGeom prst="rightArrow">
            <a:avLst/>
          </a:prstGeom>
          <a:solidFill>
            <a:srgbClr val="D6A85F"/>
          </a:solidFill>
          <a:ln/>
        </p:spPr>
      </p:sp>
      <p:sp>
        <p:nvSpPr>
          <p:cNvPr id="11" name="Shape 8"/>
          <p:cNvSpPr/>
          <p:nvPr/>
        </p:nvSpPr>
        <p:spPr>
          <a:xfrm>
            <a:off x="2834640" y="196596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93008" y="2240280"/>
            <a:ext cx="731520" cy="731520"/>
          </a:xfrm>
          <a:prstGeom prst="ellipse">
            <a:avLst/>
          </a:prstGeom>
          <a:solidFill>
            <a:srgbClr val="C96B4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421" y="2342693"/>
            <a:ext cx="526694" cy="52669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71800" y="31089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2971800" y="33649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2971800" y="379476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normal phone photo.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cleans it up.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937760" y="3383280"/>
            <a:ext cx="146304" cy="274320"/>
          </a:xfrm>
          <a:prstGeom prst="rightArrow">
            <a:avLst/>
          </a:prstGeom>
          <a:solidFill>
            <a:srgbClr val="D6A85F"/>
          </a:solidFill>
          <a:ln/>
        </p:spPr>
      </p:sp>
      <p:sp>
        <p:nvSpPr>
          <p:cNvPr id="18" name="Shape 14"/>
          <p:cNvSpPr/>
          <p:nvPr/>
        </p:nvSpPr>
        <p:spPr>
          <a:xfrm>
            <a:off x="5074920" y="196596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33288" y="2240280"/>
            <a:ext cx="731520" cy="731520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701" y="2342693"/>
            <a:ext cx="526694" cy="52669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212080" y="31089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5212080" y="33649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5212080" y="379476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product by voice.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the listing.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178040" y="3383280"/>
            <a:ext cx="146304" cy="274320"/>
          </a:xfrm>
          <a:prstGeom prst="rightArrow">
            <a:avLst/>
          </a:prstGeom>
          <a:solidFill>
            <a:srgbClr val="D6A85F"/>
          </a:solidFill>
          <a:ln/>
        </p:spPr>
      </p:sp>
      <p:sp>
        <p:nvSpPr>
          <p:cNvPr id="25" name="Shape 20"/>
          <p:cNvSpPr/>
          <p:nvPr/>
        </p:nvSpPr>
        <p:spPr>
          <a:xfrm>
            <a:off x="7315200" y="196596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973568" y="2240280"/>
            <a:ext cx="731520" cy="731520"/>
          </a:xfrm>
          <a:prstGeom prst="ellipse">
            <a:avLst/>
          </a:prstGeom>
          <a:solidFill>
            <a:srgbClr val="C96B4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981" y="2342693"/>
            <a:ext cx="526694" cy="52669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452360" y="31089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7452360" y="33649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7452360" y="379476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costs. Get a fair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 with reasoning.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9418320" y="3383280"/>
            <a:ext cx="146304" cy="274320"/>
          </a:xfrm>
          <a:prstGeom prst="rightArrow">
            <a:avLst/>
          </a:prstGeom>
          <a:solidFill>
            <a:srgbClr val="D6A85F"/>
          </a:solidFill>
          <a:ln/>
        </p:spPr>
      </p:sp>
      <p:sp>
        <p:nvSpPr>
          <p:cNvPr id="32" name="Shape 26"/>
          <p:cNvSpPr/>
          <p:nvPr/>
        </p:nvSpPr>
        <p:spPr>
          <a:xfrm>
            <a:off x="9555480" y="196596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213848" y="2240280"/>
            <a:ext cx="731520" cy="731520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6261" y="2342693"/>
            <a:ext cx="526694" cy="52669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692640" y="31089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9692640" y="33649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9692640" y="379476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storefront link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print the QR code.</a:t>
            </a:r>
            <a:endParaRPr lang="en-US" sz="1150" dirty="0"/>
          </a:p>
        </p:txBody>
      </p:sp>
      <p:sp>
        <p:nvSpPr>
          <p:cNvPr id="38" name="Text 31"/>
          <p:cNvSpPr txBox="1"/>
          <p:nvPr/>
        </p:nvSpPr>
        <p:spPr>
          <a:xfrm>
            <a:off x="594360" y="5486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journey is designed to be finished in one sitting, on one phone, without help.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 (1 of 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artisan experience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50" y="2136770"/>
            <a:ext cx="408188" cy="4081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939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Registration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7063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and craft details. Choose from 11 Indian languages up front.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57400"/>
            <a:ext cx="566928" cy="566928"/>
          </a:xfrm>
          <a:prstGeom prst="ellipse">
            <a:avLst/>
          </a:prstGeom>
          <a:solidFill>
            <a:srgbClr val="C96B4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610" y="2136770"/>
            <a:ext cx="408188" cy="4081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0939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Photo Studio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77063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removal plus brightness, contrast and sharpness correction — a stall photo becomes a catalogue photo.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38862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160520"/>
            <a:ext cx="566928" cy="566928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50" y="4239890"/>
            <a:ext cx="408188" cy="4081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1970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Voice-Powered Catalogue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87375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about the product; the app writes a clean title and description in English and Hindi.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8862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160520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610" y="4239890"/>
            <a:ext cx="408188" cy="4081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1970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Pricing Engine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487375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Cost-plus calculation blended with reference market data, and it explains the reasoning in plain words.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 (2 of 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Reaching the market, and staying there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50" y="2136770"/>
            <a:ext cx="408188" cy="4081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939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Manager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7063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assistant that answers real questions — where to sell, how to pack, what to make next — in simple language.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57400"/>
            <a:ext cx="566928" cy="566928"/>
          </a:xfrm>
          <a:prstGeom prst="ellipse">
            <a:avLst/>
          </a:prstGeom>
          <a:solidFill>
            <a:srgbClr val="C96B4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610" y="2136770"/>
            <a:ext cx="408188" cy="4081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0939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Storefront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77063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artisan gets a public, shareable shop page with its own web address.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38862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160520"/>
            <a:ext cx="566928" cy="566928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50" y="4239890"/>
            <a:ext cx="408188" cy="4081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1970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Generator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87375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it and stick it on the stall. A customer scans and sees the full catalogue.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8862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160520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610" y="4239890"/>
            <a:ext cx="408188" cy="4081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1970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Readiness Score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487375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score plus a checklist showing exactly what to do next to become market-ready.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2F63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9552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decisions that set us apart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29968"/>
            <a:ext cx="548640" cy="548640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490" y="2106778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0665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fake the AI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6974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2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AI key is configured, the app says so honestly instead of showing invented translations. Judges can trust every screen they see.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7373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2029968"/>
            <a:ext cx="548640" cy="548640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050" y="2106778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78040" y="20665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weak signal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6974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2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recovery uses security questions, not SMS — so it works with no network credit and no coverage.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37947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4087368"/>
            <a:ext cx="548640" cy="548640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4164178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54480" y="41239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low literacy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7548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2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input, large buttons, bilingual labels, and a five-tab navigation an artisan can learn in a minute.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17920" y="37947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92240" y="4087368"/>
            <a:ext cx="548640" cy="548640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050" y="4164178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78040" y="41239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to run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492240" y="47548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2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API is required for the full demo. Nothing stands between an artisan and using it.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PUT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at a glance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3200400" cy="3200400"/>
          </a:xfrm>
          <a:prstGeom prst="roundRect">
            <a:avLst>
              <a:gd name="adj" fmla="val 3429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48840"/>
            <a:ext cx="640080" cy="640080"/>
          </a:xfrm>
          <a:prstGeom prst="ellipse">
            <a:avLst/>
          </a:prstGeom>
          <a:solidFill>
            <a:srgbClr val="C96B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4131" y="223845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PWA on the phone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6576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screens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capture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port 5180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98848" y="1874520"/>
            <a:ext cx="3200400" cy="3200400"/>
          </a:xfrm>
          <a:prstGeom prst="roundRect">
            <a:avLst>
              <a:gd name="adj" fmla="val 3429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79008" y="2148840"/>
            <a:ext cx="640080" cy="640080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619" y="223845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98848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681728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service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910328" y="36576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route groups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pipeline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engine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port 8010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394192" y="1874520"/>
            <a:ext cx="3200400" cy="3200400"/>
          </a:xfrm>
          <a:prstGeom prst="roundRect">
            <a:avLst>
              <a:gd name="adj" fmla="val 3429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74352" y="2148840"/>
            <a:ext cx="640080" cy="640080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963" y="2238451"/>
            <a:ext cx="460858" cy="46085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94192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AI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8577072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files, AI layer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8805672" y="36576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database tables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images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+ fallback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950208" y="3291840"/>
            <a:ext cx="384048" cy="292608"/>
          </a:xfrm>
          <a:prstGeom prst="rightArrow">
            <a:avLst/>
          </a:prstGeom>
          <a:solidFill>
            <a:srgbClr val="D6A85F"/>
          </a:solidFill>
          <a:ln/>
        </p:spPr>
      </p:sp>
      <p:sp>
        <p:nvSpPr>
          <p:cNvPr id="23" name="Shape 18"/>
          <p:cNvSpPr/>
          <p:nvPr/>
        </p:nvSpPr>
        <p:spPr>
          <a:xfrm>
            <a:off x="7845552" y="3291840"/>
            <a:ext cx="384048" cy="292608"/>
          </a:xfrm>
          <a:prstGeom prst="rightArrow">
            <a:avLst/>
          </a:prstGeom>
          <a:solidFill>
            <a:srgbClr val="D6A85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594360" y="53492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never touches the database directly — it only asks the backend. That separation is what lets us swap SQLite for a cloud database later without rewriting a single screen.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  •  FRONTEND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— everything the artisan touches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66928" cy="566928"/>
          </a:xfrm>
          <a:prstGeom prst="ellipse">
            <a:avLst/>
          </a:prstGeom>
          <a:solidFill>
            <a:srgbClr val="C96B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770" y="2091050"/>
            <a:ext cx="408188" cy="4081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0848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role owns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8892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all 15 screens and 6 shared components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layout — thumb-sized buttons, minimal text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user logged in and guard private pages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voice input and photo uploads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honest labels when AI runs in Demo Mode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app installable on the home screen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0" y="1737360"/>
            <a:ext cx="5193792" cy="4160520"/>
          </a:xfrm>
          <a:prstGeom prst="roundRect">
            <a:avLst>
              <a:gd name="adj" fmla="val 2637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72084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delivered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237744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Landing, Register, Login, Forgot Password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live readiness score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list and add/edit product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Studio, Catalogue, Pricing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Manager chat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Store, Public Storefront, Market Linkage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and settings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  •  FRONTEND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tools, and why we chose each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8470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screen out of small reusable pieces, so a change in one place updates everywhere.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8470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dev server instantly and reloads the moment we save a file.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779776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" y="28895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50392" y="31912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written directly on the element — fast to build, consistent everywhere.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779776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73952" y="28895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1912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between screens without reloading the page, so it feels like a real app.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822192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Context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50392" y="4233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who is logged in across every screen.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822192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73952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4233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phone's browser — free voice-to-text, no server cost.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4864608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" y="49743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Service Worker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50392" y="52760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artisan install it to the home screen like an app.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  •  BACKEND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— the brain behind every screen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770" y="2091050"/>
            <a:ext cx="408188" cy="4081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0848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role owns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8892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the frontend calls, and the rules behind them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login tokens, and password recovery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processing pipeline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layer, plus its honest fallback when no key exists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pricing calculation and its explanation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pages and QR code generation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data safe across app updates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0" y="1737360"/>
            <a:ext cx="5193792" cy="4160520"/>
          </a:xfrm>
          <a:prstGeom prst="roundRect">
            <a:avLst>
              <a:gd name="adj" fmla="val 2637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72084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groups delivered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237744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 — register, login, forgot &amp; reset password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/users — profile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/products — full create, read, update, delete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/image — enhance and capabilities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 — catalogue generation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/ai/pricing — smart price suggestion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/ai/business-advice — chat + history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/store — storefront, logo, public page, QR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 — digital readiness score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/market — market opportunities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  •  BACKEND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tools, data and security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57400" y="1920240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6770" y="1999610"/>
            <a:ext cx="408188" cy="4081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06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718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the web framework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— talks to the database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— validates every request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— runs the server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— image editing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rembg — background removal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 — QR generation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61688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24728" y="1920240"/>
            <a:ext cx="566928" cy="566928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098" y="1999610"/>
            <a:ext cx="408188" cy="4081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61688" y="2606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36008" y="2971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one file, zero setup, perfect for a demo and ready to move to a cloud database later.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636008" y="38404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pricing_records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chat_messages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market_data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74152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537192" y="1920240"/>
            <a:ext cx="566928" cy="566928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562" y="1999610"/>
            <a:ext cx="408188" cy="4081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74152" y="2606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8348472" y="29718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as bcrypt hashes — never readable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prove who is logged in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answers hashed the same way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wrong answers locks the reset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 keys in the code — kept in .env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Auto-migration keeps data safe on update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  •  PRESENTER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 on demo day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C96B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50" y="2136770"/>
            <a:ext cx="408188" cy="4081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939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7063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story, controls the pace, keeps eye contact with the judges. Never reads from the screen. Owns the opening and the closing.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57400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610" y="2136770"/>
            <a:ext cx="408188" cy="4081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0939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Driver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77063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phone or laptop and clicks. Stays one step ahead of the presenter's words. Has the app already open and logged out.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38862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160520"/>
            <a:ext cx="566928" cy="566928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50" y="4239890"/>
            <a:ext cx="408188" cy="4081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1970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Backup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87375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deep questions on code, architecture and security. Speaks only when a technical question comes.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8862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160520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610" y="4239890"/>
            <a:ext cx="408188" cy="4081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1970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487375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problem statement number, the four differentiators, and what to say if the demo fails.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594360" y="60350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for the room: one person speaks at a time. Interruptions from your own team look worse than a bug.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PACK  •  BEGINS HERE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9552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running order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9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app already running on port 5180, logged out, with a fresh account ready to register live. Keep one product photo on the desktop, ready to upload.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25237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377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and problem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883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only. Nothing on screen yet.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9088" y="25237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377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ShilpSetu is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6883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sentence, then move.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200400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34381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291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live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6027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language picker and the security question.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200400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9088" y="34381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3291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Studio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36027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photo. Let them see the before and after.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4114800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43525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2062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by voice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45171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into it. This is the moment that wins the room.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4114800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19088" y="43525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2062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+ AI Manager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5171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reasoning, not just the number.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5029200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5528" y="52669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4:45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1206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and QR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54315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with a real phone if allowed.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5029200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19088" y="52669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5:15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51206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and impact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54315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on the artisan, not the tech.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SCRIPT  •  0:00 – 1:00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with a person, not a product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424160" cy="2286000"/>
          </a:xfrm>
          <a:prstGeom prst="roundRect">
            <a:avLst>
              <a:gd name="adj" fmla="val 4800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9692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“Imagine a weaver in a village in Bihar. She has been making the same beautiful fabric for twenty years. A buyer in Delhi pays two thousand rupees for it — she receives three hundred.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her work is worth less. Because between her hands and that buyer, there are four people, and not one of them is her.”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42062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4434840"/>
            <a:ext cx="502920" cy="502920"/>
          </a:xfrm>
          <a:prstGeom prst="ellipse">
            <a:avLst/>
          </a:prstGeom>
          <a:solidFill>
            <a:srgbClr val="C96B4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801" y="4505249"/>
            <a:ext cx="362102" cy="3621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0472" y="4498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notes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5029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with the screen still on the title slide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after “three hundred” — let it land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judges, not the laptop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4206240"/>
            <a:ext cx="5285232" cy="1920240"/>
          </a:xfrm>
          <a:prstGeom prst="roundRect">
            <a:avLst>
              <a:gd name="adj" fmla="val 5714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65392" y="4434840"/>
            <a:ext cx="502920" cy="502920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801" y="4505249"/>
            <a:ext cx="362102" cy="3621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05472" y="4498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say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565392" y="5029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morning respected judges, today we will present…”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list of technologies this early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“innovative” — show it instead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SCRIPT  •  1:00 – 2:30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solution, then start clicking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424160" cy="1600200"/>
          </a:xfrm>
          <a:prstGeom prst="roundRect">
            <a:avLst>
              <a:gd name="adj" fmla="val 6857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built ShilpSetu. Shilp means craft, setu means bridge. It is not another marketplace — it is the layer that makes an artisan ready for any marketplace. Let me show you, as her.”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3520440"/>
            <a:ext cx="51206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3749040"/>
            <a:ext cx="502920" cy="502920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801" y="3819449"/>
            <a:ext cx="362102" cy="3621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0472" y="3813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registering, say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434340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“Notice the first thing we ask is her language, not her email.”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picks a security question, so if she forgets her password she is not locked out forever — and this works with no network and no SMS cost.”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3520440"/>
            <a:ext cx="5285232" cy="2606040"/>
          </a:xfrm>
          <a:prstGeom prst="roundRect">
            <a:avLst>
              <a:gd name="adj" fmla="val 4211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65392" y="3749040"/>
            <a:ext cx="502920" cy="502920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801" y="3819449"/>
            <a:ext cx="362102" cy="3621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05472" y="3813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 points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565392" y="434340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you designed for the real user, not a generic one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love a small detail that proves deep thinking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sets up the accessibility story you will finish on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SCRIPT  •  2:30 – 4:45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demo — narrate the value, not the click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424160" cy="1005840"/>
          </a:xfrm>
          <a:prstGeom prst="roundRect">
            <a:avLst>
              <a:gd name="adj" fmla="val 10909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C96B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970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19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Studio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031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a normal phone photo, taken on the floor of her workshop. One tap. That is the same product, ready for a catalogue. She did not buy a camera or hire a photographer.”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" y="2807208"/>
            <a:ext cx="104241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035808"/>
            <a:ext cx="548640" cy="548640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112618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935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Catalogue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2186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“Now she describes it out loud, in her own words. Watch — the app writes the title and the description for her. This is the wall that stops most artisans, and it just disappeared.”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3922776"/>
            <a:ext cx="10424160" cy="1005840"/>
          </a:xfrm>
          <a:prstGeom prst="roundRect">
            <a:avLst>
              <a:gd name="adj" fmla="val 10909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151376"/>
            <a:ext cx="548640" cy="548640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4228186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050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Pricing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4334256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enters what the material and her time cost. It gives a fair range and, more importantly, explains why. She is no longer guessing, and she can argue her price.”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94360" y="5038344"/>
            <a:ext cx="104241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5266944"/>
            <a:ext cx="548640" cy="548640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70" y="5343754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5166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+ QR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5449824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“And this is her shop — a real link she can send on WhatsApp. This QR code she prints and puts on her stall. A customer scans it and sees everything she makes.”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594360" y="6263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breaks: do not apologise twice. Say “that is the live version — here is the same step” and switch to your backup recording. Keep talking.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SCRIPT  •  4:45 – 6:00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credibility, then close on the artisan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920240"/>
            <a:ext cx="502920" cy="502920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801" y="199064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90472" y="1984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30-second tech summary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50392" y="2514600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“React and Tailwind on the front, FastAPI and Python on the back, SQLite for data. Passwords are bcrypt-hashed, sessions use JWT. And every AI feature falls back honestly — if there is no AI key, the app tells you, it never invents a translation.”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285232" cy="2377440"/>
          </a:xfrm>
          <a:prstGeom prst="roundRect">
            <a:avLst>
              <a:gd name="adj" fmla="val 4615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920240"/>
            <a:ext cx="502920" cy="502920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801" y="199064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05472" y="1984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6565392" y="2514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publicly so any artisan can open the link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an Android app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SHGs and craft clusters for onboarding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real marketplace and buyer data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4360" y="4297680"/>
            <a:ext cx="10424160" cy="1783080"/>
          </a:xfrm>
          <a:prstGeom prst="roundRect">
            <a:avLst>
              <a:gd name="adj" fmla="val 61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572000"/>
            <a:ext cx="548640" cy="548640"/>
          </a:xfrm>
          <a:prstGeom prst="ellipse">
            <a:avLst/>
          </a:prstGeom>
          <a:solidFill>
            <a:srgbClr val="C96B4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464881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line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956048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i="1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skill was never the problem. The distance to the market was. ShilpSetu closes that distance — with a phone she already owns, in a language she already speaks, at no cost to her. Thank you.”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280160"/>
            <a:ext cx="3840480" cy="3840480"/>
          </a:xfrm>
          <a:prstGeom prst="ellipse">
            <a:avLst/>
          </a:prstGeom>
          <a:solidFill>
            <a:srgbClr val="2F63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PACK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9552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the judges will ask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530352" cy="530352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209" y="2021921"/>
            <a:ext cx="381853" cy="38185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81965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this different from Amazon Karigar or existing craft sites?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112264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are places to list. We prepare the artisan to list anywhere — the photo, the description, the price. We are upstream of the marketplace, not competing with 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" y="2862072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3118104"/>
            <a:ext cx="530352" cy="530352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09" y="3192353"/>
            <a:ext cx="381853" cy="38185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08760" y="2990088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AI real, or hardcoded?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508760" y="3282696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is real and pluggable. With an API key it calls a live model; without one it says Demo Mode on screen instead of faking output. We chose honesty over a prettier demo.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4360" y="4032504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4288536"/>
            <a:ext cx="530352" cy="530352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09" y="4362785"/>
            <a:ext cx="381853" cy="38185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8760" y="4160520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artisan with low literacy cannot use an app.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508760" y="4453128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exactly why there is voice input, eleven languages, icon-led navigation, and a security question instead of an email reset.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94360" y="5202936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2F6349"/>
          </a:solidFill>
          <a:ln w="12700">
            <a:solidFill>
              <a:srgbClr val="2F634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5458968"/>
            <a:ext cx="530352" cy="530352"/>
          </a:xfrm>
          <a:prstGeom prst="ellipse">
            <a:avLst/>
          </a:prstGeom>
          <a:solidFill>
            <a:srgbClr val="D6A85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09" y="5533217"/>
            <a:ext cx="381853" cy="38185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08760" y="5330952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scale beyond a demo?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508760" y="562356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never touches the database, only the API. Swapping SQLite for a cloud database is a config change, not a rewrite.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94360" y="6400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6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 not know an answer, say so and say what you would do to find out. Judges respect that far more than a bluff.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11323015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ShilpSetu - SIH 2026 PS26090</dc:title>
  <dc:subject>PptxGenJS Presentation</dc:subject>
  <dc:creator>Team ShilpSetu</dc:creator>
  <cp:lastModifiedBy>Team ShilpSetu</cp:lastModifiedBy>
  <cp:revision>1</cp:revision>
  <dcterms:created xsi:type="dcterms:W3CDTF">2026-09-03T17:20:02Z</dcterms:created>
  <dcterms:modified xsi:type="dcterms:W3CDTF">2026-09-03T17:20:02Z</dcterms:modified>
</cp:coreProperties>
</file>